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773"/>
    <a:srgbClr val="BE4547"/>
    <a:srgbClr val="E15759"/>
    <a:srgbClr val="FEF5EC"/>
    <a:srgbClr val="563E1E"/>
    <a:srgbClr val="52834B"/>
    <a:srgbClr val="59A14F"/>
    <a:srgbClr val="3C628C"/>
    <a:srgbClr val="4E7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872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8637-DA1E-7C96-3B94-E37FB8069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86CFC-9AF1-85B1-5668-0362E1B91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EAA03-D060-6A95-3182-FCC25FC8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FC7F0-CC45-FA46-561E-4D7D5DA9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81FFF-FA1A-DD54-236C-69DA6D3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1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705C-6F80-B38B-939A-052D7A365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EA41A-ACB0-7A68-B1EB-5682A1E4D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E578F-E6E1-62DD-22A2-0192ED06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20A21-B0B5-7106-E028-45E9E35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067F7-0483-8DF0-CEAF-ACFF87B03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177B-DE71-A6E6-9449-E830436E6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EE4DE-43EA-10DA-ABB9-75BD5B26C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DEA98-1DEA-AE66-14F5-35B9F7845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1A524-4834-9101-0F0C-778A5A6E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03289-3B62-F62E-DFD2-55B5A156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1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4760D-5D00-41F8-D2C2-47972F3E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7D810-A4AB-D3B3-5E89-1696DF6433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5C006-DABB-1F38-109B-2F79A3C24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3006E-1633-DE91-8E20-4DE359D9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F4819-8DD4-6590-5697-45D0D56D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A90A1-FAEA-B693-AA81-651ABB04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6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06258-0C92-96F2-1484-842DEF965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9DF6-F5D1-AB2C-84DD-5D46180BC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F526C-9D4D-405D-7ECA-2C493035C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56C11-B526-3DCE-9355-D303C13E1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1E679-F101-AAC9-1DC4-AAD1F98DB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F236A6-7A12-796B-B337-ADDD16FC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BB7ACE-D283-4B37-2866-213DDEC1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C4F6A-B08C-A9B1-FF9B-5C717FC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3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3488-4913-A7FC-D3BD-85ADA27D8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9FB75-7D24-D1A7-9258-5816B6C8A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DFA4D-0FA5-F1CE-2BB6-4401D9306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B9DC6-32D4-5B15-F3FA-0CF13F21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3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72BCF-1E98-0CCD-52E2-7D0C92AF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D1A01C-6E56-B206-E5D0-AFF97DA0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642B3-3E6C-03C7-3C2D-393A8C92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0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1C7D6-D507-12C6-08CE-F217AA2F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82752-9A1B-B9EF-96FC-58AD9F71B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1ACC6-A97F-9C9F-744F-A36E3E03C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7A677-3762-E1B3-1AF6-C813C1DAE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D995C-E7A5-F7B2-DFA0-489F788C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A8DBD-FCAB-A0FC-4DCD-F5DFB25F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7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272B-21FE-FBEA-640B-11F56FA6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92056-3ABC-9450-28D5-615FA6728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3F548-D306-5536-EC45-4C79F30CF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8B87B-4EE3-46DC-33B0-6AD0D746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6E587-D649-32BB-F9CB-CC79ABFB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3EEFE-7759-121E-F067-558851EB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3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BED7-3A5A-1A1E-57FE-F6D395F6A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854B3-1CEE-69E9-F37E-C45972F6C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00E9C-31EE-6427-0C4B-14F5CEF4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1FE20-00DF-16AF-CF04-E65D159B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28E9C-567D-7AC5-A68B-17A0004C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10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73F77B-A73E-50AE-B0BA-E2C9D2610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2684E-E472-1D7F-4455-46C63FFF1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35DD4-B8AE-6C1E-324C-8ECFCD158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916E4-4C1F-A085-7550-034B75C3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1AEB4-106B-693D-836C-CFF3A26A5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9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01BE3-80B1-87C1-A18F-4670AEB6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F0B69-F189-0A3D-4208-2049DD292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1ACB9-9247-A60D-5783-19F77A4F8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60F60-2721-42D5-B70B-4F60A1646A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A1EED-6268-4808-4622-35A67974E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4C50F-6348-8624-6A05-9C54348BE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42573-5390-4550-9DD3-4225301B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2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E72FED-CDFD-5B1D-7EE5-6FF02D807CBD}"/>
              </a:ext>
            </a:extLst>
          </p:cNvPr>
          <p:cNvSpPr/>
          <p:nvPr/>
        </p:nvSpPr>
        <p:spPr>
          <a:xfrm>
            <a:off x="750112" y="461394"/>
            <a:ext cx="10674990" cy="5935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A7B2A6-E8A6-4B6E-6149-3977E1769497}"/>
              </a:ext>
            </a:extLst>
          </p:cNvPr>
          <p:cNvCxnSpPr/>
          <p:nvPr/>
        </p:nvCxnSpPr>
        <p:spPr>
          <a:xfrm>
            <a:off x="758505" y="889233"/>
            <a:ext cx="10683380" cy="0"/>
          </a:xfrm>
          <a:prstGeom prst="line">
            <a:avLst/>
          </a:prstGeom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A7BB1E-8EB6-06EF-31D6-06DC276A6300}"/>
              </a:ext>
            </a:extLst>
          </p:cNvPr>
          <p:cNvCxnSpPr/>
          <p:nvPr/>
        </p:nvCxnSpPr>
        <p:spPr>
          <a:xfrm>
            <a:off x="750115" y="2887211"/>
            <a:ext cx="10683380" cy="0"/>
          </a:xfrm>
          <a:prstGeom prst="line">
            <a:avLst/>
          </a:prstGeom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45CE64-6844-176A-9A01-FE7D6B7EFE1C}"/>
              </a:ext>
            </a:extLst>
          </p:cNvPr>
          <p:cNvCxnSpPr/>
          <p:nvPr/>
        </p:nvCxnSpPr>
        <p:spPr>
          <a:xfrm>
            <a:off x="758505" y="4415601"/>
            <a:ext cx="10683380" cy="0"/>
          </a:xfrm>
          <a:prstGeom prst="line">
            <a:avLst/>
          </a:prstGeom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5FF438-DA06-939F-03DA-77928FFE350F}"/>
              </a:ext>
            </a:extLst>
          </p:cNvPr>
          <p:cNvSpPr txBox="1"/>
          <p:nvPr/>
        </p:nvSpPr>
        <p:spPr>
          <a:xfrm>
            <a:off x="728415" y="676081"/>
            <a:ext cx="1247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2">
                    <a:lumMod val="50000"/>
                  </a:schemeClr>
                </a:solidFill>
              </a:rPr>
              <a:t>Layer 1: Evidence</a:t>
            </a:r>
          </a:p>
          <a:p>
            <a:endParaRPr lang="en-US" sz="11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8B56D-39F7-64B4-5162-F28DFA0597CB}"/>
              </a:ext>
            </a:extLst>
          </p:cNvPr>
          <p:cNvSpPr txBox="1"/>
          <p:nvPr/>
        </p:nvSpPr>
        <p:spPr>
          <a:xfrm>
            <a:off x="747475" y="2686692"/>
            <a:ext cx="15744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2">
                    <a:lumMod val="50000"/>
                  </a:schemeClr>
                </a:solidFill>
              </a:rPr>
              <a:t>Layer 2: Latent Factors</a:t>
            </a:r>
          </a:p>
          <a:p>
            <a:endParaRPr lang="en-US" sz="11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15C43-1C35-597A-3AB4-E65F1CAD7FFD}"/>
              </a:ext>
            </a:extLst>
          </p:cNvPr>
          <p:cNvSpPr txBox="1"/>
          <p:nvPr/>
        </p:nvSpPr>
        <p:spPr>
          <a:xfrm>
            <a:off x="735790" y="4200157"/>
            <a:ext cx="17860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2">
                    <a:lumMod val="50000"/>
                  </a:schemeClr>
                </a:solidFill>
              </a:rPr>
              <a:t>Layer 3: Recommendation</a:t>
            </a:r>
          </a:p>
          <a:p>
            <a:endParaRPr lang="en-US" sz="11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CC722B-9501-0118-8FE0-582FD682EB96}"/>
              </a:ext>
            </a:extLst>
          </p:cNvPr>
          <p:cNvSpPr/>
          <p:nvPr/>
        </p:nvSpPr>
        <p:spPr>
          <a:xfrm>
            <a:off x="1023457" y="1095310"/>
            <a:ext cx="1441839" cy="821573"/>
          </a:xfrm>
          <a:prstGeom prst="roundRect">
            <a:avLst/>
          </a:prstGeom>
          <a:solidFill>
            <a:srgbClr val="4E79A7"/>
          </a:solidFill>
          <a:ln w="12700">
            <a:solidFill>
              <a:srgbClr val="3C6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Budget</a:t>
            </a:r>
          </a:p>
          <a:p>
            <a:pPr algn="ctr"/>
            <a:r>
              <a:rPr lang="en-US" sz="1100" dirty="0"/>
              <a:t>Low / Med / High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8B195C-6081-F3F3-23F5-99596E434DA6}"/>
              </a:ext>
            </a:extLst>
          </p:cNvPr>
          <p:cNvSpPr/>
          <p:nvPr/>
        </p:nvSpPr>
        <p:spPr>
          <a:xfrm>
            <a:off x="2770096" y="1095309"/>
            <a:ext cx="1441839" cy="821573"/>
          </a:xfrm>
          <a:prstGeom prst="roundRect">
            <a:avLst/>
          </a:prstGeom>
          <a:solidFill>
            <a:srgbClr val="4E79A7"/>
          </a:solidFill>
          <a:ln w="12700">
            <a:solidFill>
              <a:srgbClr val="3C6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Group Size</a:t>
            </a:r>
          </a:p>
          <a:p>
            <a:pPr algn="ctr"/>
            <a:r>
              <a:rPr lang="en-US" sz="1100" dirty="0"/>
              <a:t>Solo / Small / Large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4D84A0-BA48-6E8F-8EEF-61FB9C768F99}"/>
              </a:ext>
            </a:extLst>
          </p:cNvPr>
          <p:cNvSpPr/>
          <p:nvPr/>
        </p:nvSpPr>
        <p:spPr>
          <a:xfrm>
            <a:off x="4516735" y="1095308"/>
            <a:ext cx="1441839" cy="821573"/>
          </a:xfrm>
          <a:prstGeom prst="roundRect">
            <a:avLst/>
          </a:prstGeom>
          <a:solidFill>
            <a:srgbClr val="4E79A7"/>
          </a:solidFill>
          <a:ln w="12700">
            <a:solidFill>
              <a:srgbClr val="3C6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Activity</a:t>
            </a:r>
          </a:p>
          <a:p>
            <a:pPr algn="ctr"/>
            <a:r>
              <a:rPr lang="en-US" sz="1100" dirty="0"/>
              <a:t>Relaxed / Moderate / Active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842F05-921A-ABE5-D105-A138C1CF602A}"/>
              </a:ext>
            </a:extLst>
          </p:cNvPr>
          <p:cNvSpPr/>
          <p:nvPr/>
        </p:nvSpPr>
        <p:spPr>
          <a:xfrm>
            <a:off x="6263374" y="1095307"/>
            <a:ext cx="1441839" cy="821573"/>
          </a:xfrm>
          <a:prstGeom prst="roundRect">
            <a:avLst/>
          </a:prstGeom>
          <a:solidFill>
            <a:srgbClr val="4E79A7"/>
          </a:solidFill>
          <a:ln w="12700">
            <a:solidFill>
              <a:srgbClr val="3C6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Setting</a:t>
            </a:r>
          </a:p>
          <a:p>
            <a:pPr algn="ctr"/>
            <a:r>
              <a:rPr lang="en-US" sz="1100" dirty="0"/>
              <a:t>Indoor / Outdoor / Either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72B37AD-1475-8262-8654-17F619AD1B18}"/>
              </a:ext>
            </a:extLst>
          </p:cNvPr>
          <p:cNvSpPr/>
          <p:nvPr/>
        </p:nvSpPr>
        <p:spPr>
          <a:xfrm>
            <a:off x="8010013" y="1095306"/>
            <a:ext cx="1441839" cy="821573"/>
          </a:xfrm>
          <a:prstGeom prst="roundRect">
            <a:avLst/>
          </a:prstGeom>
          <a:solidFill>
            <a:srgbClr val="4E79A7"/>
          </a:solidFill>
          <a:ln w="12700">
            <a:solidFill>
              <a:srgbClr val="3C6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Time of Day</a:t>
            </a:r>
          </a:p>
          <a:p>
            <a:pPr algn="ctr"/>
            <a:r>
              <a:rPr lang="en-US" sz="1100" dirty="0"/>
              <a:t>Day / Evening / Night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89C6B2-865B-AFF9-43A3-6FCECFF5DA6A}"/>
              </a:ext>
            </a:extLst>
          </p:cNvPr>
          <p:cNvSpPr/>
          <p:nvPr/>
        </p:nvSpPr>
        <p:spPr>
          <a:xfrm>
            <a:off x="9756652" y="1095305"/>
            <a:ext cx="1441839" cy="821573"/>
          </a:xfrm>
          <a:prstGeom prst="roundRect">
            <a:avLst/>
          </a:prstGeom>
          <a:solidFill>
            <a:srgbClr val="4E79A7"/>
          </a:solidFill>
          <a:ln w="12700">
            <a:solidFill>
              <a:srgbClr val="3C6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Interest</a:t>
            </a:r>
          </a:p>
          <a:p>
            <a:pPr algn="ctr"/>
            <a:r>
              <a:rPr lang="en-US" sz="1100" dirty="0"/>
              <a:t>Arts / Music / Food / Sports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A297082-1509-4DD7-FD07-6F80AE70E102}"/>
              </a:ext>
            </a:extLst>
          </p:cNvPr>
          <p:cNvSpPr/>
          <p:nvPr/>
        </p:nvSpPr>
        <p:spPr>
          <a:xfrm>
            <a:off x="2964550" y="3214904"/>
            <a:ext cx="1906388" cy="821573"/>
          </a:xfrm>
          <a:prstGeom prst="roundRect">
            <a:avLst/>
          </a:prstGeom>
          <a:solidFill>
            <a:srgbClr val="59A14F"/>
          </a:solidFill>
          <a:ln w="12700">
            <a:solidFill>
              <a:srgbClr val="5283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Venue Type</a:t>
            </a:r>
          </a:p>
          <a:p>
            <a:pPr algn="ctr"/>
            <a:r>
              <a:rPr lang="en-US" sz="1100" dirty="0"/>
              <a:t>Cultural / Nature / Culinary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5299B8E-658D-438A-D066-608D052DDB80}"/>
              </a:ext>
            </a:extLst>
          </p:cNvPr>
          <p:cNvSpPr/>
          <p:nvPr/>
        </p:nvSpPr>
        <p:spPr>
          <a:xfrm>
            <a:off x="5107384" y="3214905"/>
            <a:ext cx="1906388" cy="821573"/>
          </a:xfrm>
          <a:prstGeom prst="roundRect">
            <a:avLst/>
          </a:prstGeom>
          <a:solidFill>
            <a:srgbClr val="59A14F"/>
          </a:solidFill>
          <a:ln w="12700">
            <a:solidFill>
              <a:srgbClr val="5283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Social Context</a:t>
            </a:r>
          </a:p>
          <a:p>
            <a:pPr algn="ctr"/>
            <a:r>
              <a:rPr lang="en-US" sz="1100" dirty="0"/>
              <a:t>Intimate / Social / Mass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93C270-8860-F9CC-C519-FC8EE41A816E}"/>
              </a:ext>
            </a:extLst>
          </p:cNvPr>
          <p:cNvSpPr/>
          <p:nvPr/>
        </p:nvSpPr>
        <p:spPr>
          <a:xfrm>
            <a:off x="7250218" y="3214903"/>
            <a:ext cx="1906388" cy="821573"/>
          </a:xfrm>
          <a:prstGeom prst="roundRect">
            <a:avLst/>
          </a:prstGeom>
          <a:solidFill>
            <a:srgbClr val="59A14F"/>
          </a:solidFill>
          <a:ln w="12700">
            <a:solidFill>
              <a:srgbClr val="5283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Energy Profile</a:t>
            </a:r>
          </a:p>
          <a:p>
            <a:pPr algn="ctr"/>
            <a:r>
              <a:rPr lang="en-US" sz="1100" dirty="0"/>
              <a:t>Low / Medium / High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D0C8F72-9A2B-5D30-1222-EEC38F088A33}"/>
              </a:ext>
            </a:extLst>
          </p:cNvPr>
          <p:cNvSpPr/>
          <p:nvPr/>
        </p:nvSpPr>
        <p:spPr>
          <a:xfrm>
            <a:off x="4794909" y="4584530"/>
            <a:ext cx="2531338" cy="821573"/>
          </a:xfrm>
          <a:prstGeom prst="roundRect">
            <a:avLst/>
          </a:prstGeom>
          <a:solidFill>
            <a:srgbClr val="E15759"/>
          </a:solidFill>
          <a:ln w="12700">
            <a:solidFill>
              <a:srgbClr val="BE45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Event Recommendation</a:t>
            </a:r>
          </a:p>
          <a:p>
            <a:pPr algn="ctr"/>
            <a:r>
              <a:rPr lang="en-US" sz="1100" dirty="0"/>
              <a:t>Ranked posterior over event types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0490A3-8543-C790-11A5-550433B9B5FF}"/>
              </a:ext>
            </a:extLst>
          </p:cNvPr>
          <p:cNvSpPr/>
          <p:nvPr/>
        </p:nvSpPr>
        <p:spPr>
          <a:xfrm>
            <a:off x="1628823" y="5890359"/>
            <a:ext cx="974677" cy="261415"/>
          </a:xfrm>
          <a:prstGeom prst="roundRect">
            <a:avLst/>
          </a:prstGeom>
          <a:solidFill>
            <a:srgbClr val="FEF5EC"/>
          </a:solidFill>
          <a:ln w="12700">
            <a:solidFill>
              <a:srgbClr val="DAA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63E1E"/>
                </a:solidFill>
              </a:rPr>
              <a:t>Museum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AE6214C-D150-4923-9627-260BEA82E1AF}"/>
              </a:ext>
            </a:extLst>
          </p:cNvPr>
          <p:cNvSpPr/>
          <p:nvPr/>
        </p:nvSpPr>
        <p:spPr>
          <a:xfrm>
            <a:off x="2754078" y="5890359"/>
            <a:ext cx="974677" cy="261415"/>
          </a:xfrm>
          <a:prstGeom prst="roundRect">
            <a:avLst/>
          </a:prstGeom>
          <a:solidFill>
            <a:srgbClr val="FEF5EC"/>
          </a:solidFill>
          <a:ln w="12700">
            <a:solidFill>
              <a:srgbClr val="DAA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63E1E"/>
                </a:solidFill>
              </a:rPr>
              <a:t>Concert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8199A3-AEFB-F78B-60B8-F3F73263A35E}"/>
              </a:ext>
            </a:extLst>
          </p:cNvPr>
          <p:cNvSpPr/>
          <p:nvPr/>
        </p:nvSpPr>
        <p:spPr>
          <a:xfrm>
            <a:off x="3879333" y="5890359"/>
            <a:ext cx="974677" cy="261415"/>
          </a:xfrm>
          <a:prstGeom prst="roundRect">
            <a:avLst/>
          </a:prstGeom>
          <a:solidFill>
            <a:srgbClr val="FEF5EC"/>
          </a:solidFill>
          <a:ln w="12700">
            <a:solidFill>
              <a:srgbClr val="DAA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63E1E"/>
                </a:solidFill>
              </a:rPr>
              <a:t>Sports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64376F8-81F2-A7BE-2F80-142B0698554B}"/>
              </a:ext>
            </a:extLst>
          </p:cNvPr>
          <p:cNvSpPr/>
          <p:nvPr/>
        </p:nvSpPr>
        <p:spPr>
          <a:xfrm>
            <a:off x="5004588" y="5890359"/>
            <a:ext cx="974677" cy="261415"/>
          </a:xfrm>
          <a:prstGeom prst="roundRect">
            <a:avLst/>
          </a:prstGeom>
          <a:solidFill>
            <a:srgbClr val="FEF5EC"/>
          </a:solidFill>
          <a:ln w="12700">
            <a:solidFill>
              <a:srgbClr val="DAA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63E1E"/>
                </a:solidFill>
              </a:rPr>
              <a:t>Food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FA3030D-05E0-C6A7-DB85-0C581E959DF7}"/>
              </a:ext>
            </a:extLst>
          </p:cNvPr>
          <p:cNvSpPr/>
          <p:nvPr/>
        </p:nvSpPr>
        <p:spPr>
          <a:xfrm>
            <a:off x="6129843" y="5890359"/>
            <a:ext cx="974677" cy="261415"/>
          </a:xfrm>
          <a:prstGeom prst="roundRect">
            <a:avLst/>
          </a:prstGeom>
          <a:solidFill>
            <a:srgbClr val="FEF5EC"/>
          </a:solidFill>
          <a:ln w="12700">
            <a:solidFill>
              <a:srgbClr val="DAA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63E1E"/>
                </a:solidFill>
              </a:rPr>
              <a:t>Outdoor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3BEDB74-BF6E-A891-A488-010C9694B026}"/>
              </a:ext>
            </a:extLst>
          </p:cNvPr>
          <p:cNvSpPr/>
          <p:nvPr/>
        </p:nvSpPr>
        <p:spPr>
          <a:xfrm>
            <a:off x="7255098" y="5890359"/>
            <a:ext cx="974677" cy="261415"/>
          </a:xfrm>
          <a:prstGeom prst="roundRect">
            <a:avLst/>
          </a:prstGeom>
          <a:solidFill>
            <a:srgbClr val="FEF5EC"/>
          </a:solidFill>
          <a:ln w="12700">
            <a:solidFill>
              <a:srgbClr val="DAA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63E1E"/>
                </a:solidFill>
              </a:rPr>
              <a:t>Nightlife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36D1C37-0413-4580-D4DA-30F76E832C7C}"/>
              </a:ext>
            </a:extLst>
          </p:cNvPr>
          <p:cNvSpPr/>
          <p:nvPr/>
        </p:nvSpPr>
        <p:spPr>
          <a:xfrm>
            <a:off x="8380353" y="5890359"/>
            <a:ext cx="974677" cy="261415"/>
          </a:xfrm>
          <a:prstGeom prst="roundRect">
            <a:avLst/>
          </a:prstGeom>
          <a:solidFill>
            <a:srgbClr val="FEF5EC"/>
          </a:solidFill>
          <a:ln w="12700">
            <a:solidFill>
              <a:srgbClr val="DAA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63E1E"/>
                </a:solidFill>
              </a:rPr>
              <a:t>Workshop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B80CF64-5433-ACA2-2A08-9135BB37AF53}"/>
              </a:ext>
            </a:extLst>
          </p:cNvPr>
          <p:cNvSpPr/>
          <p:nvPr/>
        </p:nvSpPr>
        <p:spPr>
          <a:xfrm>
            <a:off x="9505608" y="5890359"/>
            <a:ext cx="974677" cy="261415"/>
          </a:xfrm>
          <a:prstGeom prst="roundRect">
            <a:avLst/>
          </a:prstGeom>
          <a:solidFill>
            <a:srgbClr val="FEF5EC"/>
          </a:solidFill>
          <a:ln w="12700">
            <a:solidFill>
              <a:srgbClr val="DAA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63E1E"/>
                </a:solidFill>
              </a:rPr>
              <a:t>Networking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E26E59-2012-6F5A-7A2F-8B4759D92461}"/>
              </a:ext>
            </a:extLst>
          </p:cNvPr>
          <p:cNvCxnSpPr>
            <a:endCxn id="25" idx="0"/>
          </p:cNvCxnSpPr>
          <p:nvPr/>
        </p:nvCxnSpPr>
        <p:spPr>
          <a:xfrm>
            <a:off x="1720956" y="1955800"/>
            <a:ext cx="2196788" cy="1259104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w="lg" len="lg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B0B3E5-7E29-5949-8E7D-8F5481003E4F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 flipH="1">
            <a:off x="3917744" y="1916880"/>
            <a:ext cx="3066550" cy="1298024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w="lg" len="lg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1B92D5-95D7-4027-E122-7591AEFB4439}"/>
              </a:ext>
            </a:extLst>
          </p:cNvPr>
          <p:cNvCxnSpPr>
            <a:endCxn id="26" idx="0"/>
          </p:cNvCxnSpPr>
          <p:nvPr/>
        </p:nvCxnSpPr>
        <p:spPr>
          <a:xfrm>
            <a:off x="3469640" y="1955800"/>
            <a:ext cx="2590938" cy="1259105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w="lg" len="lg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17193A-7581-3758-91BA-F0454A5A2D30}"/>
              </a:ext>
            </a:extLst>
          </p:cNvPr>
          <p:cNvCxnSpPr>
            <a:endCxn id="26" idx="0"/>
          </p:cNvCxnSpPr>
          <p:nvPr/>
        </p:nvCxnSpPr>
        <p:spPr>
          <a:xfrm flipH="1">
            <a:off x="6060578" y="1955800"/>
            <a:ext cx="4419707" cy="1259105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w="lg" len="lg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933887E-CD0B-AEA7-8665-4168B583919C}"/>
              </a:ext>
            </a:extLst>
          </p:cNvPr>
          <p:cNvCxnSpPr>
            <a:stCxn id="21" idx="2"/>
            <a:endCxn id="27" idx="0"/>
          </p:cNvCxnSpPr>
          <p:nvPr/>
        </p:nvCxnSpPr>
        <p:spPr>
          <a:xfrm>
            <a:off x="5237655" y="1916881"/>
            <a:ext cx="2965757" cy="1298022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w="lg" len="lg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72FD2C3-1229-29CB-FC31-53066DCA4429}"/>
              </a:ext>
            </a:extLst>
          </p:cNvPr>
          <p:cNvCxnSpPr>
            <a:stCxn id="23" idx="2"/>
            <a:endCxn id="27" idx="0"/>
          </p:cNvCxnSpPr>
          <p:nvPr/>
        </p:nvCxnSpPr>
        <p:spPr>
          <a:xfrm flipH="1">
            <a:off x="8203412" y="1916879"/>
            <a:ext cx="527521" cy="1298024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w="lg" len="lg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090855D-F4FB-D4F1-CD86-A60D24E250A5}"/>
              </a:ext>
            </a:extLst>
          </p:cNvPr>
          <p:cNvCxnSpPr>
            <a:stCxn id="25" idx="2"/>
            <a:endCxn id="28" idx="0"/>
          </p:cNvCxnSpPr>
          <p:nvPr/>
        </p:nvCxnSpPr>
        <p:spPr>
          <a:xfrm>
            <a:off x="3917744" y="4036477"/>
            <a:ext cx="2142834" cy="548053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w="lg" len="lg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7385BB-2147-23EA-A39A-2D4D4D7295F9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>
            <a:off x="6060578" y="4036478"/>
            <a:ext cx="0" cy="548052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w="lg" len="lg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3F84CE4-4D0A-EC78-C671-8B0A40116D12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 flipH="1">
            <a:off x="6060578" y="4036476"/>
            <a:ext cx="2142834" cy="548054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w="lg" len="lg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3BAB67-3C04-50BE-4361-7BA5A8E87F0E}"/>
              </a:ext>
            </a:extLst>
          </p:cNvPr>
          <p:cNvCxnSpPr>
            <a:endCxn id="29" idx="0"/>
          </p:cNvCxnSpPr>
          <p:nvPr/>
        </p:nvCxnSpPr>
        <p:spPr>
          <a:xfrm flipH="1">
            <a:off x="2116162" y="5406103"/>
            <a:ext cx="3944416" cy="484256"/>
          </a:xfrm>
          <a:prstGeom prst="straightConnector1">
            <a:avLst/>
          </a:prstGeom>
          <a:ln w="12700">
            <a:solidFill>
              <a:srgbClr val="DAA773"/>
            </a:solidFill>
            <a:headEnd w="lg" len="lg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8540BE3-D68F-22EA-1FD7-DDC414BF518F}"/>
              </a:ext>
            </a:extLst>
          </p:cNvPr>
          <p:cNvCxnSpPr>
            <a:endCxn id="30" idx="0"/>
          </p:cNvCxnSpPr>
          <p:nvPr/>
        </p:nvCxnSpPr>
        <p:spPr>
          <a:xfrm flipH="1">
            <a:off x="3241417" y="5406103"/>
            <a:ext cx="2819161" cy="484256"/>
          </a:xfrm>
          <a:prstGeom prst="straightConnector1">
            <a:avLst/>
          </a:prstGeom>
          <a:ln w="12700">
            <a:solidFill>
              <a:srgbClr val="DAA773"/>
            </a:solidFill>
            <a:headEnd w="lg" len="lg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2542551-3726-7B7A-FE24-8768E7D93B3F}"/>
              </a:ext>
            </a:extLst>
          </p:cNvPr>
          <p:cNvCxnSpPr>
            <a:endCxn id="31" idx="0"/>
          </p:cNvCxnSpPr>
          <p:nvPr/>
        </p:nvCxnSpPr>
        <p:spPr>
          <a:xfrm flipH="1">
            <a:off x="4366672" y="5406103"/>
            <a:ext cx="1693906" cy="484256"/>
          </a:xfrm>
          <a:prstGeom prst="straightConnector1">
            <a:avLst/>
          </a:prstGeom>
          <a:ln w="12700">
            <a:solidFill>
              <a:srgbClr val="DAA773"/>
            </a:solidFill>
            <a:headEnd w="lg" len="lg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244F414-414D-1F5D-9161-EC220B104E2F}"/>
              </a:ext>
            </a:extLst>
          </p:cNvPr>
          <p:cNvCxnSpPr>
            <a:endCxn id="32" idx="0"/>
          </p:cNvCxnSpPr>
          <p:nvPr/>
        </p:nvCxnSpPr>
        <p:spPr>
          <a:xfrm flipH="1">
            <a:off x="5491927" y="5406103"/>
            <a:ext cx="568651" cy="484256"/>
          </a:xfrm>
          <a:prstGeom prst="straightConnector1">
            <a:avLst/>
          </a:prstGeom>
          <a:ln w="12700">
            <a:solidFill>
              <a:srgbClr val="DAA773"/>
            </a:solidFill>
            <a:headEnd w="lg" len="lg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7DD8B28-40E4-31BA-0988-1E040AA3124C}"/>
              </a:ext>
            </a:extLst>
          </p:cNvPr>
          <p:cNvCxnSpPr>
            <a:endCxn id="33" idx="0"/>
          </p:cNvCxnSpPr>
          <p:nvPr/>
        </p:nvCxnSpPr>
        <p:spPr>
          <a:xfrm>
            <a:off x="6060578" y="5406103"/>
            <a:ext cx="556604" cy="484256"/>
          </a:xfrm>
          <a:prstGeom prst="straightConnector1">
            <a:avLst/>
          </a:prstGeom>
          <a:ln w="12700">
            <a:solidFill>
              <a:srgbClr val="DAA773"/>
            </a:solidFill>
            <a:headEnd w="lg" len="lg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D92AB0D-16FF-972C-A4DF-671C1AA13398}"/>
              </a:ext>
            </a:extLst>
          </p:cNvPr>
          <p:cNvCxnSpPr>
            <a:endCxn id="34" idx="0"/>
          </p:cNvCxnSpPr>
          <p:nvPr/>
        </p:nvCxnSpPr>
        <p:spPr>
          <a:xfrm>
            <a:off x="6060578" y="5406103"/>
            <a:ext cx="1681859" cy="484256"/>
          </a:xfrm>
          <a:prstGeom prst="straightConnector1">
            <a:avLst/>
          </a:prstGeom>
          <a:ln w="12700">
            <a:solidFill>
              <a:srgbClr val="DAA773"/>
            </a:solidFill>
            <a:headEnd w="lg" len="lg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A4170A7-3AE6-CAC3-F02C-3C884E1CEC3B}"/>
              </a:ext>
            </a:extLst>
          </p:cNvPr>
          <p:cNvCxnSpPr>
            <a:stCxn id="28" idx="2"/>
            <a:endCxn id="35" idx="0"/>
          </p:cNvCxnSpPr>
          <p:nvPr/>
        </p:nvCxnSpPr>
        <p:spPr>
          <a:xfrm>
            <a:off x="6060578" y="5406103"/>
            <a:ext cx="2807114" cy="484256"/>
          </a:xfrm>
          <a:prstGeom prst="straightConnector1">
            <a:avLst/>
          </a:prstGeom>
          <a:ln w="12700">
            <a:solidFill>
              <a:srgbClr val="DAA773"/>
            </a:solidFill>
            <a:headEnd w="lg" len="lg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4F4E5FD-6627-3EF6-2336-CA35C79ABB0F}"/>
              </a:ext>
            </a:extLst>
          </p:cNvPr>
          <p:cNvCxnSpPr>
            <a:stCxn id="28" idx="2"/>
            <a:endCxn id="36" idx="0"/>
          </p:cNvCxnSpPr>
          <p:nvPr/>
        </p:nvCxnSpPr>
        <p:spPr>
          <a:xfrm>
            <a:off x="6060578" y="5406103"/>
            <a:ext cx="3932369" cy="484256"/>
          </a:xfrm>
          <a:prstGeom prst="straightConnector1">
            <a:avLst/>
          </a:prstGeom>
          <a:ln w="12700">
            <a:solidFill>
              <a:srgbClr val="DAA773"/>
            </a:solidFill>
            <a:headEnd w="lg" len="lg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75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90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Sundarasami, Sunesh Praveen Raja</dc:creator>
  <cp:lastModifiedBy>Sundarasami, Sunesh Praveen Raja</cp:lastModifiedBy>
  <cp:revision>1</cp:revision>
  <dcterms:created xsi:type="dcterms:W3CDTF">2026-06-09T19:02:51Z</dcterms:created>
  <dcterms:modified xsi:type="dcterms:W3CDTF">2026-06-09T19:24:25Z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2ff711-767d-49e4-8de8-6dc66c541869_Enabled">
    <vt:lpwstr>true</vt:lpwstr>
  </property>
  <property fmtid="{D5CDD505-2E9C-101B-9397-08002B2CF9AE}" pid="3" name="MSIP_Label_3f2ff711-767d-49e4-8de8-6dc66c541869_SetDate">
    <vt:lpwstr>2026-06-09T19:14:00Z</vt:lpwstr>
  </property>
  <property fmtid="{D5CDD505-2E9C-101B-9397-08002B2CF9AE}" pid="4" name="MSIP_Label_3f2ff711-767d-49e4-8de8-6dc66c541869_Method">
    <vt:lpwstr>Standard</vt:lpwstr>
  </property>
  <property fmtid="{D5CDD505-2E9C-101B-9397-08002B2CF9AE}" pid="5" name="MSIP_Label_3f2ff711-767d-49e4-8de8-6dc66c541869_Name">
    <vt:lpwstr>defa4170-0d19-0005-0004-bc88714345d2</vt:lpwstr>
  </property>
  <property fmtid="{D5CDD505-2E9C-101B-9397-08002B2CF9AE}" pid="6" name="MSIP_Label_3f2ff711-767d-49e4-8de8-6dc66c541869_SiteId">
    <vt:lpwstr>9a21e1ab-b7a7-4f82-8fd0-170bb7e09f92</vt:lpwstr>
  </property>
  <property fmtid="{D5CDD505-2E9C-101B-9397-08002B2CF9AE}" pid="7" name="MSIP_Label_3f2ff711-767d-49e4-8de8-6dc66c541869_ActionId">
    <vt:lpwstr>8d625dac-11d0-4f50-8ca8-7e12a66109a4</vt:lpwstr>
  </property>
  <property fmtid="{D5CDD505-2E9C-101B-9397-08002B2CF9AE}" pid="8" name="MSIP_Label_3f2ff711-767d-49e4-8de8-6dc66c541869_ContentBits">
    <vt:lpwstr>0</vt:lpwstr>
  </property>
  <property fmtid="{D5CDD505-2E9C-101B-9397-08002B2CF9AE}" pid="9" name="MSIP_Label_3f2ff711-767d-49e4-8de8-6dc66c541869_Tag">
    <vt:lpwstr>10, 3, 0, 1</vt:lpwstr>
  </property>
</Properties>
</file>